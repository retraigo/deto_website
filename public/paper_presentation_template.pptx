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erriweather Light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Vidaloka"/>
      <p:regular r:id="rId28"/>
    </p:embeddedFont>
    <p:embeddedFont>
      <p:font typeface="Russo One"/>
      <p:regular r:id="rId29"/>
    </p:embeddedFont>
    <p:embeddedFont>
      <p:font typeface="Mako"/>
      <p:regular r:id="rId30"/>
    </p:embeddedFont>
    <p:embeddedFont>
      <p:font typeface="Crimson Text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rimsonText-regular.fntdata"/><Relationship Id="rId30" Type="http://schemas.openxmlformats.org/officeDocument/2006/relationships/font" Target="fonts/Mako-regular.fntdata"/><Relationship Id="rId33" Type="http://schemas.openxmlformats.org/officeDocument/2006/relationships/font" Target="fonts/CrimsonText-italic.fntdata"/><Relationship Id="rId32" Type="http://schemas.openxmlformats.org/officeDocument/2006/relationships/font" Target="fonts/CrimsonText-bold.fntdata"/><Relationship Id="rId35" Type="http://schemas.openxmlformats.org/officeDocument/2006/relationships/font" Target="fonts/OpenSans-regular.fntdata"/><Relationship Id="rId34" Type="http://schemas.openxmlformats.org/officeDocument/2006/relationships/font" Target="fonts/CrimsonText-boldItalic.fntdata"/><Relationship Id="rId37" Type="http://schemas.openxmlformats.org/officeDocument/2006/relationships/font" Target="fonts/OpenSans-italic.fntdata"/><Relationship Id="rId36" Type="http://schemas.openxmlformats.org/officeDocument/2006/relationships/font" Target="fonts/OpenSans-bold.fntdata"/><Relationship Id="rId38" Type="http://schemas.openxmlformats.org/officeDocument/2006/relationships/font" Target="fonts/OpenSans-boldItalic.fntdata"/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Montserrat-boldItalic.fntdata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Vidaloka-regular.fntdata"/><Relationship Id="rId27" Type="http://schemas.openxmlformats.org/officeDocument/2006/relationships/font" Target="fonts/OpenSansSemiBold-boldItalic.fntdata"/><Relationship Id="rId29" Type="http://schemas.openxmlformats.org/officeDocument/2006/relationships/font" Target="fonts/RussoOne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erriweatherLight-bold.fntdata"/><Relationship Id="rId16" Type="http://schemas.openxmlformats.org/officeDocument/2006/relationships/font" Target="fonts/MerriweatherLight-regular.fntdata"/><Relationship Id="rId19" Type="http://schemas.openxmlformats.org/officeDocument/2006/relationships/font" Target="fonts/MerriweatherLight-boldItalic.fntdata"/><Relationship Id="rId18" Type="http://schemas.openxmlformats.org/officeDocument/2006/relationships/font" Target="fonts/Merriweath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018007f97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018007f9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83f33e91c_2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83f33e91c_2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aad17dc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aad17d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7a9a8b46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7a9a8b46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cd8a80d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cd8a80d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cd8a80d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cd8a80d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cf7a3c503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cf7a3c503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cc7554a04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cc7554a04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c7554a04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c7554a04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018007f9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018007f9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9" name="Google Shape;139;p19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8" name="Google Shape;148;p20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0" name="Google Shape;170;p23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2" name="Google Shape;172;p23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4" name="Google Shape;174;p23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3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7" name="Google Shape;177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26"/>
          <p:cNvSpPr txBox="1"/>
          <p:nvPr>
            <p:ph hasCustomPrompt="1"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" name="Google Shape;201;p27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3" name="Google Shape;203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8" name="Google Shape;24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 -">
  <p:cSld name="CUSTOM_3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6" name="Google Shape;266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0" name="Google Shape;280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5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5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2" name="Google Shape;30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6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3" name="Google Shape;323;p37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4" name="Google Shape;324;p37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7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6" name="Google Shape;326;p37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7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8" name="Google Shape;328;p37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7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7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7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9" name="Google Shape;339;p38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8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1" name="Google Shape;341;p38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3" name="Google Shape;343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1" name="Google Shape;351;p3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3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3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55" name="Google Shape;355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0" name="Google Shape;370;p4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1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8" name="Google Shape;37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4" name="Google Shape;384;p4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4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2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4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2" name="Google Shape;402;p4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3" name="Google Shape;403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08" name="Google Shape;408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19" name="Google Shape;419;p4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4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3" name="Google Shape;423;p4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27" name="Google Shape;427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2" name="Google Shape;432;p4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4" name="Google Shape;434;p4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 txBox="1"/>
          <p:nvPr>
            <p:ph type="ctrTitle"/>
          </p:nvPr>
        </p:nvSpPr>
        <p:spPr>
          <a:xfrm>
            <a:off x="1040000" y="1526325"/>
            <a:ext cx="7064100" cy="165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</a:t>
            </a:r>
            <a:endParaRPr/>
          </a:p>
        </p:txBody>
      </p:sp>
      <p:sp>
        <p:nvSpPr>
          <p:cNvPr id="473" name="Google Shape;473;p54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is where your presentation begins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idx="2" type="subTitle"/>
          </p:nvPr>
        </p:nvSpPr>
        <p:spPr>
          <a:xfrm>
            <a:off x="1010100" y="1017725"/>
            <a:ext cx="7633500" cy="3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team can consist of 1 to 3 members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topic can be chosen from the provided domains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</a:t>
            </a:r>
            <a:r>
              <a:rPr lang="en"/>
              <a:t>he registered students should mail their abstract one day before the event. Abstract of the paper should be in IEEE format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presentation should not contain more than 15 slides.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Both concept and working models will be accepted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team will be given 10 minutes for presenting, followed by 5 minutes for viva voice.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content should not contain any plagiarism and the judge's decision will be final.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5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idx="2" type="subTitle"/>
          </p:nvPr>
        </p:nvSpPr>
        <p:spPr>
          <a:xfrm>
            <a:off x="829925" y="886800"/>
            <a:ext cx="7123800" cy="3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1. Big data 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2. AI 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3. Block Chain 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4. Machine Learning 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5. Deep Learning 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6. IOT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7. Cybersecurity</a:t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485" name="Google Shape;485;p56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7"/>
          <p:cNvSpPr txBox="1"/>
          <p:nvPr>
            <p:ph type="title"/>
          </p:nvPr>
        </p:nvSpPr>
        <p:spPr>
          <a:xfrm>
            <a:off x="3403800" y="1663393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Introduction</a:t>
            </a:r>
            <a:endParaRPr sz="2000"/>
          </a:p>
        </p:txBody>
      </p:sp>
      <p:sp>
        <p:nvSpPr>
          <p:cNvPr id="491" name="Google Shape;491;p57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7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3" name="Google Shape;493;p57"/>
          <p:cNvSpPr txBox="1"/>
          <p:nvPr>
            <p:ph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4" name="Google Shape;494;p57"/>
          <p:cNvSpPr txBox="1"/>
          <p:nvPr>
            <p:ph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5" name="Google Shape;495;p57"/>
          <p:cNvSpPr txBox="1"/>
          <p:nvPr>
            <p:ph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6" name="Google Shape;496;p57"/>
          <p:cNvSpPr txBox="1"/>
          <p:nvPr>
            <p:ph idx="3" type="title"/>
          </p:nvPr>
        </p:nvSpPr>
        <p:spPr>
          <a:xfrm>
            <a:off x="720000" y="16160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Abstract</a:t>
            </a:r>
            <a:endParaRPr sz="2000"/>
          </a:p>
        </p:txBody>
      </p:sp>
      <p:sp>
        <p:nvSpPr>
          <p:cNvPr id="497" name="Google Shape;497;p57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8" name="Google Shape;498;p57"/>
          <p:cNvSpPr txBox="1"/>
          <p:nvPr>
            <p:ph idx="6" type="title"/>
          </p:nvPr>
        </p:nvSpPr>
        <p:spPr>
          <a:xfrm>
            <a:off x="5818650" y="1616025"/>
            <a:ext cx="2874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Literature survey</a:t>
            </a:r>
            <a:endParaRPr sz="2000"/>
          </a:p>
        </p:txBody>
      </p:sp>
      <p:sp>
        <p:nvSpPr>
          <p:cNvPr id="499" name="Google Shape;499;p57"/>
          <p:cNvSpPr txBox="1"/>
          <p:nvPr>
            <p:ph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0" name="Google Shape;500;p57"/>
          <p:cNvSpPr txBox="1"/>
          <p:nvPr>
            <p:ph idx="9" type="title"/>
          </p:nvPr>
        </p:nvSpPr>
        <p:spPr>
          <a:xfrm>
            <a:off x="212100" y="3346950"/>
            <a:ext cx="31917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Architectural Design</a:t>
            </a:r>
            <a:endParaRPr sz="2000"/>
          </a:p>
        </p:txBody>
      </p:sp>
      <p:sp>
        <p:nvSpPr>
          <p:cNvPr id="501" name="Google Shape;501;p57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2" name="Google Shape;502;p57"/>
          <p:cNvSpPr txBox="1"/>
          <p:nvPr>
            <p:ph idx="15" type="title"/>
          </p:nvPr>
        </p:nvSpPr>
        <p:spPr>
          <a:xfrm>
            <a:off x="3403800" y="3313575"/>
            <a:ext cx="29793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Future </a:t>
            </a:r>
            <a:r>
              <a:rPr lang="en" sz="1900"/>
              <a:t>Enhancement</a:t>
            </a:r>
            <a:endParaRPr sz="1900"/>
          </a:p>
        </p:txBody>
      </p:sp>
      <p:sp>
        <p:nvSpPr>
          <p:cNvPr id="503" name="Google Shape;503;p57"/>
          <p:cNvSpPr txBox="1"/>
          <p:nvPr>
            <p:ph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04" name="Google Shape;504;p57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5" name="Google Shape;505;p57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Conclusion</a:t>
            </a:r>
            <a:endParaRPr sz="2000"/>
          </a:p>
        </p:txBody>
      </p:sp>
      <p:sp>
        <p:nvSpPr>
          <p:cNvPr id="506" name="Google Shape;506;p57"/>
          <p:cNvSpPr txBox="1"/>
          <p:nvPr>
            <p:ph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07" name="Google Shape;507;p57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8" name="Google Shape;508;p57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>
            <p:ph type="title"/>
          </p:nvPr>
        </p:nvSpPr>
        <p:spPr>
          <a:xfrm>
            <a:off x="3110300" y="669403"/>
            <a:ext cx="37149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514" name="Google Shape;514;p58"/>
          <p:cNvSpPr txBox="1"/>
          <p:nvPr>
            <p:ph idx="1" type="subTitle"/>
          </p:nvPr>
        </p:nvSpPr>
        <p:spPr>
          <a:xfrm>
            <a:off x="944150" y="2375250"/>
            <a:ext cx="6919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/>
              <a:t>Insert a subtitle here if you need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type="title"/>
          </p:nvPr>
        </p:nvSpPr>
        <p:spPr>
          <a:xfrm>
            <a:off x="656850" y="52957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Introduction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663100" y="525378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1"/>
          <p:cNvSpPr txBox="1"/>
          <p:nvPr>
            <p:ph type="title"/>
          </p:nvPr>
        </p:nvSpPr>
        <p:spPr>
          <a:xfrm>
            <a:off x="910825" y="618900"/>
            <a:ext cx="7896600" cy="15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Architectural Design/Workflow</a:t>
            </a:r>
            <a:endParaRPr sz="3000"/>
          </a:p>
        </p:txBody>
      </p:sp>
      <p:sp>
        <p:nvSpPr>
          <p:cNvPr id="530" name="Google Shape;530;p61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a subtitle here if you need 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2"/>
          <p:cNvSpPr txBox="1"/>
          <p:nvPr>
            <p:ph type="title"/>
          </p:nvPr>
        </p:nvSpPr>
        <p:spPr>
          <a:xfrm>
            <a:off x="402475" y="637300"/>
            <a:ext cx="73479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Future </a:t>
            </a:r>
            <a:r>
              <a:rPr lang="en" sz="3000"/>
              <a:t>Enhancement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3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Reference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"/>
          <p:cNvSpPr txBox="1"/>
          <p:nvPr>
            <p:ph type="ctrTitle"/>
          </p:nvPr>
        </p:nvSpPr>
        <p:spPr>
          <a:xfrm>
            <a:off x="2431150" y="1567950"/>
            <a:ext cx="7064100" cy="165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